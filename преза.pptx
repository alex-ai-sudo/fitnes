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0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FA3C-2345-4E14-BE25-DF63867E446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D03F-ED20-4909-942A-1666E3C5E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1747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FA3C-2345-4E14-BE25-DF63867E446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D03F-ED20-4909-942A-1666E3C5E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645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FA3C-2345-4E14-BE25-DF63867E446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D03F-ED20-4909-942A-1666E3C5E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499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FA3C-2345-4E14-BE25-DF63867E446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D03F-ED20-4909-942A-1666E3C5E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071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FA3C-2345-4E14-BE25-DF63867E446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D03F-ED20-4909-942A-1666E3C5E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444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FA3C-2345-4E14-BE25-DF63867E446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D03F-ED20-4909-942A-1666E3C5E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233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FA3C-2345-4E14-BE25-DF63867E446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D03F-ED20-4909-942A-1666E3C5E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69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FA3C-2345-4E14-BE25-DF63867E446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D03F-ED20-4909-942A-1666E3C5E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08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FA3C-2345-4E14-BE25-DF63867E446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D03F-ED20-4909-942A-1666E3C5E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927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FA3C-2345-4E14-BE25-DF63867E446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D03F-ED20-4909-942A-1666E3C5E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23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FA3C-2345-4E14-BE25-DF63867E446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4D03F-ED20-4909-942A-1666E3C5E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29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1FA3C-2345-4E14-BE25-DF63867E446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4D03F-ED20-4909-942A-1666E3C5EE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983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95794"/>
            <a:ext cx="9144000" cy="1454741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Проект</a:t>
            </a:r>
            <a:r>
              <a:rPr lang="en-US" dirty="0" smtClean="0"/>
              <a:t>-</a:t>
            </a:r>
            <a:r>
              <a:rPr lang="ru-RU" dirty="0" smtClean="0"/>
              <a:t>навык </a:t>
            </a:r>
            <a:r>
              <a:rPr lang="ru-RU" dirty="0"/>
              <a:t>Яндекс Алисы «Фитнес»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54332" y="2800850"/>
            <a:ext cx="9144000" cy="1655762"/>
          </a:xfrm>
        </p:spPr>
        <p:txBody>
          <a:bodyPr/>
          <a:lstStyle/>
          <a:p>
            <a:r>
              <a:rPr lang="ru-RU" dirty="0" smtClean="0"/>
              <a:t>Перетятко Максим</a:t>
            </a:r>
          </a:p>
          <a:p>
            <a:r>
              <a:rPr lang="ru-RU" dirty="0" smtClean="0"/>
              <a:t>Калачев Всеволод</a:t>
            </a:r>
          </a:p>
          <a:p>
            <a:r>
              <a:rPr lang="ru-RU" dirty="0" smtClean="0"/>
              <a:t>Иванов Макар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3973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7729330" cy="25674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 smtClean="0"/>
              <a:t>Цель и идея проекта возникли не спонтанно</a:t>
            </a:r>
            <a:r>
              <a:rPr lang="en-US" sz="3600" dirty="0" smtClean="0"/>
              <a:t>, </a:t>
            </a:r>
            <a:r>
              <a:rPr lang="ru-RU" sz="3600" dirty="0" smtClean="0"/>
              <a:t>а на почве многолетней проблемы — соблюдения человеком здорового образа жизни и контроля собственного веса и питания</a:t>
            </a:r>
            <a:endParaRPr lang="ru-RU" sz="3600" dirty="0"/>
          </a:p>
        </p:txBody>
      </p:sp>
      <p:pic>
        <p:nvPicPr>
          <p:cNvPr id="6" name="Рисунок 5" descr="File:Barbell Group &lt;strong&gt;Fitness&lt;/strong&gt; Class.JPG - Wikimedia Common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567470"/>
            <a:ext cx="6451923" cy="429052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111" y="2567471"/>
            <a:ext cx="5674889" cy="429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0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0"/>
            <a:ext cx="5125668" cy="35383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200" dirty="0" smtClean="0"/>
              <a:t>Благодаря технологии </a:t>
            </a:r>
            <a:r>
              <a:rPr lang="en-US" sz="3200" dirty="0" smtClean="0"/>
              <a:t>“</a:t>
            </a:r>
            <a:r>
              <a:rPr lang="ru-RU" sz="3200" dirty="0" smtClean="0"/>
              <a:t>навыка</a:t>
            </a:r>
            <a:r>
              <a:rPr lang="en-US" sz="3200" dirty="0" smtClean="0"/>
              <a:t>”</a:t>
            </a:r>
            <a:r>
              <a:rPr lang="ru-RU" sz="3200" dirty="0" smtClean="0"/>
              <a:t> стало возможным реализовать программу помощи для тех</a:t>
            </a:r>
            <a:r>
              <a:rPr lang="en-US" sz="3200" dirty="0" smtClean="0"/>
              <a:t>,</a:t>
            </a:r>
            <a:r>
              <a:rPr lang="ru-RU" sz="3200" dirty="0" smtClean="0"/>
              <a:t> кому хочется изменить себя и начать заниматься </a:t>
            </a:r>
            <a:r>
              <a:rPr lang="ru-RU" sz="3200" dirty="0"/>
              <a:t>з</a:t>
            </a:r>
            <a:r>
              <a:rPr lang="ru-RU" sz="3200" dirty="0" smtClean="0"/>
              <a:t>доровым образом жизни. При помощи Яндекс Алисы</a:t>
            </a:r>
            <a:r>
              <a:rPr lang="en-US" sz="3200" dirty="0" smtClean="0"/>
              <a:t>(</a:t>
            </a:r>
            <a:r>
              <a:rPr lang="ru-RU" sz="3200" dirty="0" smtClean="0"/>
              <a:t>если настроить данный навык) теперь можно составлять тренировки</a:t>
            </a:r>
            <a:r>
              <a:rPr lang="en-US" sz="3200" dirty="0" smtClean="0"/>
              <a:t>, </a:t>
            </a:r>
            <a:r>
              <a:rPr lang="ru-RU" sz="3200" dirty="0" smtClean="0"/>
              <a:t>рацион полезной еды</a:t>
            </a:r>
            <a:r>
              <a:rPr lang="en-US" sz="3200" dirty="0" smtClean="0"/>
              <a:t>, </a:t>
            </a:r>
            <a:r>
              <a:rPr lang="ru-RU" sz="3200" dirty="0" smtClean="0"/>
              <a:t>а также следить за своим прогрессом в этой сфере</a:t>
            </a:r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669" y="626164"/>
            <a:ext cx="7056667" cy="457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737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91</Words>
  <Application>Microsoft Office PowerPoint</Application>
  <PresentationFormat>Широкоэкранный</PresentationFormat>
  <Paragraphs>6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Проект-навык Яндекс Алисы «Фитнес»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Проект-навык Яндекс Алисы «Фитнес»</dc:title>
  <dc:creator>User</dc:creator>
  <cp:lastModifiedBy>User</cp:lastModifiedBy>
  <cp:revision>4</cp:revision>
  <dcterms:created xsi:type="dcterms:W3CDTF">2026-05-17T14:49:31Z</dcterms:created>
  <dcterms:modified xsi:type="dcterms:W3CDTF">2026-05-17T15:08:22Z</dcterms:modified>
</cp:coreProperties>
</file>